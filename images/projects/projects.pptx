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49"/>
    <p:restoredTop sz="80822"/>
  </p:normalViewPr>
  <p:slideViewPr>
    <p:cSldViewPr snapToGrid="0" showGuides="1">
      <p:cViewPr varScale="1">
        <p:scale>
          <a:sx n="97" d="100"/>
          <a:sy n="97" d="100"/>
        </p:scale>
        <p:origin x="1976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927578-1928-8244-92DA-C6981B1BAE96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FC529-E071-664F-9F0F-21FE3CB92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329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Create a rectangle the size of the slide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Make sure no images have their bounding boxes outside of that rectangle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Group all images AND the rectangle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Right click any of the images in </a:t>
            </a:r>
            <a:r>
              <a:rPr lang="en-US"/>
              <a:t>the group, and then Save As Picture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6FC529-E071-664F-9F0F-21FE3CB92CF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777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16F8-4841-8036-3E64-7A8028154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9E30D-9880-3807-7BAD-72FAB7542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3C278-DE39-A45F-79C4-B0156D126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EE560-FBA4-A6BC-4FDC-1A15226D4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674D5-44B8-A264-3CC8-1EEC0DDAD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478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A3A22-F87C-F962-37F6-737CA03A7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45B49-24DA-7DC6-3005-C68714336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E1257-8AF8-4819-39F9-D75590E2A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B7B64-1F79-384E-D629-4F2DF7AD1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8FDE8-AB0A-EAF3-F872-ED7424FD7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47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06C4-4A22-B4EB-3998-B5FDDD7FE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1027E-7C2F-D530-E0FA-4A287B39A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D809B-0B12-4E28-7B9D-775107498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4A523-AF6F-7FF0-FE0B-2A5F1A81D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BEADE-137C-1CA9-CCBB-291E5C365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50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7B974-FF7D-C7C4-DB4B-3E6F59C93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179BC-36C7-4834-5D24-B050B58E29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82BA48-433F-A80D-6711-F7D9B5F16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00309-D854-D5A0-A1B8-7EF2BD5DC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57A6B-7D63-DB02-9D3C-FB8A3C92E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B6EDC-77B8-1F5F-221F-402D4DD90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4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F9090-C557-ACA1-C83A-0B063A6F8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10024-9C0F-8894-6EB3-4C6ADFB9C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781863-D491-FA92-90E9-233D6D9AA9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3E389B-950F-DC55-61AD-EBF0BCC379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FFE6AA-0542-98DA-7F54-15979772AF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832A7A-8FF7-3D70-E3F7-B0753DCC0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8E48D9-93A6-B810-1EA3-04A2A935D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7A01DF-DD21-F874-BCE6-02B24E713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93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5AE92-8453-4D90-74C7-EC6A38A87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5637BB-2889-87A3-9DCE-91650184B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B9A9F7-DCAE-36E8-5E5B-9A19B44D3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B184BE-0CA2-8848-80F4-0D0548E89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466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921E06-F15E-3777-53FE-43AD1325E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C76371-C901-DBBB-AE54-82EB20BF1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202E7-322C-6CE7-27A5-92AB39A2A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09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213C9-830F-7A26-D0B6-698ADD426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B27B4-1BF9-604A-7ECF-B09280F46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60B0FD-C688-0061-367A-DA1867516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D20D9-3122-E4BF-8A17-489EC3B27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11F5B-4999-2ADC-0466-F50FF3AC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59CD3-C0E4-1357-0B35-381279215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4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CD85-E8C2-6C16-F32A-33D82079B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70C136-FF23-8760-28D5-E6D7775492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CE774-1FCE-74DC-2D42-F03EED80D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8BCC8-C18C-54DB-2F7C-B28863845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E1A28-119E-219D-651F-DD68D7E3E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4B988-F5DC-D043-C8B5-21208BC21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560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16458-E945-117A-275A-B9C8E8D8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5A73FD-CD63-DF4B-1A79-15E6C79C0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95236-AC98-2A56-F24E-7E1987776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8B6E0-4FA2-A35C-6C88-BA65F3FF3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BA1A7-24F8-0582-6BE0-FDB5ADA2A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814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149638-24A4-320F-D366-7E061AD1E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668DDE-0F4F-3883-BE5D-55EB5CF3E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1DC0F-5CC9-175F-A5C3-C72B831B8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32F05-1526-8229-105A-48CC933E5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1FC58-FCD6-E176-FEE1-19C078B28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96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60BF6B-9460-9773-FD96-22FFC24D3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4D8B0-98E8-6D60-1F72-D6E93519C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46A16-4FDF-D420-C29C-EC5526ADC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0E451-7906-224D-B481-358C574F4FBA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6F8F0-9AF7-429D-DC28-FA093F87E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32073-79F7-A0C7-D889-49E5EC6E39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361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130A4C7-784E-62DF-5A25-F849BC78C198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27AAEE3-9E91-6B53-F100-DE488491E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65421" y="2172515"/>
              <a:ext cx="2299558" cy="1781840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9075FB7-3429-559F-011C-67D4FF8EF871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D186DF2B-F5DE-B6BB-4157-1A7547E3B7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2612" y="4419600"/>
                <a:ext cx="1756865" cy="2086539"/>
              </a:xfrm>
              <a:prstGeom prst="rect">
                <a:avLst/>
              </a:prstGeom>
            </p:spPr>
          </p:pic>
          <p:pic>
            <p:nvPicPr>
              <p:cNvPr id="3" name="Graphic 2">
                <a:extLst>
                  <a:ext uri="{FF2B5EF4-FFF2-40B4-BE49-F238E27FC236}">
                    <a16:creationId xmlns:a16="http://schemas.microsoft.com/office/drawing/2014/main" id="{8A926C1A-B1D5-2FD7-A81D-57CBD66383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128986" y="2172515"/>
                <a:ext cx="2216978" cy="2216978"/>
              </a:xfrm>
              <a:prstGeom prst="rect">
                <a:avLst/>
              </a:prstGeom>
            </p:spPr>
          </p:pic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36F797B4-2793-6409-BE08-592358A06B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119683" y="628162"/>
                <a:ext cx="1878782" cy="2170043"/>
              </a:xfrm>
              <a:prstGeom prst="rect">
                <a:avLst/>
              </a:prstGeom>
            </p:spPr>
          </p:pic>
          <p:pic>
            <p:nvPicPr>
              <p:cNvPr id="9" name="Graphic 8">
                <a:extLst>
                  <a:ext uri="{FF2B5EF4-FFF2-40B4-BE49-F238E27FC236}">
                    <a16:creationId xmlns:a16="http://schemas.microsoft.com/office/drawing/2014/main" id="{6F9CAB68-E91C-DB3C-F34D-A683128005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119683" y="4088664"/>
                <a:ext cx="2093004" cy="2417475"/>
              </a:xfrm>
              <a:prstGeom prst="rect">
                <a:avLst/>
              </a:prstGeom>
            </p:spPr>
          </p:pic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836C5E27-2376-0348-45F7-4E857D58AE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62299" y="691109"/>
                <a:ext cx="2107096" cy="2107096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1842B9A9-DCAE-F2CE-55B7-B2A6257C4D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07180" y="249347"/>
                <a:ext cx="3695223" cy="1331559"/>
              </a:xfrm>
              <a:prstGeom prst="rect">
                <a:avLst/>
              </a:prstGeom>
            </p:spPr>
          </p:pic>
          <p:pic>
            <p:nvPicPr>
              <p:cNvPr id="15" name="Graphic 14">
                <a:extLst>
                  <a:ext uri="{FF2B5EF4-FFF2-40B4-BE49-F238E27FC236}">
                    <a16:creationId xmlns:a16="http://schemas.microsoft.com/office/drawing/2014/main" id="{D307D29E-C9F9-8779-80EE-AF8E458229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4876800" y="4419600"/>
                <a:ext cx="2438400" cy="2438400"/>
              </a:xfrm>
              <a:prstGeom prst="rect">
                <a:avLst/>
              </a:prstGeom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BB5673F-3BDC-101C-6E67-3F18F696BEE2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3834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42</Words>
  <Application>Microsoft Macintosh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Callahan</dc:creator>
  <cp:lastModifiedBy>Patrick Callahan</cp:lastModifiedBy>
  <cp:revision>5</cp:revision>
  <dcterms:created xsi:type="dcterms:W3CDTF">2026-07-05T14:09:41Z</dcterms:created>
  <dcterms:modified xsi:type="dcterms:W3CDTF">2026-07-06T05:22:21Z</dcterms:modified>
</cp:coreProperties>
</file>