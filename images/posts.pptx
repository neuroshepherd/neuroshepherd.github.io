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108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16F8-4841-8036-3E64-7A8028154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9E30D-9880-3807-7BAD-72FAB7542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C278-DE39-A45F-79C4-B0156D12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EE560-FBA4-A6BC-4FDC-1A15226D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74D5-44B8-A264-3CC8-1EEC0DDA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7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3A22-F87C-F962-37F6-737CA03A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5B49-24DA-7DC6-3005-C68714336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E1257-8AF8-4819-39F9-D75590E2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B7B64-1F79-384E-D629-4F2DF7AD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8FDE8-AB0A-EAF3-F872-ED7424FD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4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06C4-4A22-B4EB-3998-B5FDDD7FE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1027E-7C2F-D530-E0FA-4A287B39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D809B-0B12-4E28-7B9D-77510749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523-AF6F-7FF0-FE0B-2A5F1A81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EADE-137C-1CA9-CCBB-291E5C36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5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B974-FF7D-C7C4-DB4B-3E6F59C9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179BC-36C7-4834-5D24-B050B58E2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2BA48-433F-A80D-6711-F7D9B5F16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00309-D854-D5A0-A1B8-7EF2BD5D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57A6B-7D63-DB02-9D3C-FB8A3C92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B6EDC-77B8-1F5F-221F-402D4DD9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4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9090-C557-ACA1-C83A-0B063A6F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10024-9C0F-8894-6EB3-4C6ADFB9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81863-D491-FA92-90E9-233D6D9AA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E389B-950F-DC55-61AD-EBF0BCC37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FE6AA-0542-98DA-7F54-15979772A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32A7A-8FF7-3D70-E3F7-B0753DCC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E48D9-93A6-B810-1EA3-04A2A935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A01DF-DD21-F874-BCE6-02B24E71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9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AE92-8453-4D90-74C7-EC6A38A8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637BB-2889-87A3-9DCE-91650184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9A9F7-DCAE-36E8-5E5B-9A19B44D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84BE-0CA2-8848-80F4-0D0548E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6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21E06-F15E-3777-53FE-43AD1325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76371-C901-DBBB-AE54-82EB20BF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202E7-322C-6CE7-27A5-92AB39A2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0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13C9-830F-7A26-D0B6-698ADD42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27B4-1BF9-604A-7ECF-B09280F4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0B0FD-C688-0061-367A-DA1867516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D20D9-3122-E4BF-8A17-489EC3B2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11F5B-4999-2ADC-0466-F50FF3AC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59CD3-C0E4-1357-0B35-38127921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CD85-E8C2-6C16-F32A-33D82079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0C136-FF23-8760-28D5-E6D777549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E774-1FCE-74DC-2D42-F03EED80D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8BCC8-C18C-54DB-2F7C-B2886384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1A28-119E-219D-651F-DD68D7E3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4B988-F5DC-D043-C8B5-21208BC2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6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6458-E945-117A-275A-B9C8E8D8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A73FD-CD63-DF4B-1A79-15E6C79C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95236-AC98-2A56-F24E-7E198777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8B6E0-4FA2-A35C-6C88-BA65F3FF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BA1A7-24F8-0582-6BE0-FDB5ADA2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1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49638-24A4-320F-D366-7E061AD1E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68DDE-0F4F-3883-BE5D-55EB5CF3E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1DC0F-5CC9-175F-A5C3-C72B831B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2F05-1526-8229-105A-48CC933E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1FC58-FCD6-E176-FEE1-19C078B2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9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0BF6B-9460-9773-FD96-22FFC24D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4D8B0-98E8-6D60-1F72-D6E93519C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46A16-4FDF-D420-C29C-EC5526ADC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0E451-7906-224D-B481-358C574F4F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6F8F0-9AF7-429D-DC28-FA093F87E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32073-79F7-A0C7-D889-49E5EC6E3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1026D-BB78-3F4D-9DB1-F298DA88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6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0A664C-8D95-D41C-B082-C3595CC28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14" y="-56801"/>
            <a:ext cx="2429127" cy="2820922"/>
          </a:xfrm>
          <a:prstGeom prst="rect">
            <a:avLst/>
          </a:prstGeom>
        </p:spPr>
      </p:pic>
      <p:pic>
        <p:nvPicPr>
          <p:cNvPr id="10" name="Picture 9" descr="https://raw.githubusercontent.com/NeuroShepherd/ordinalsimr/master/inst/app/www/favicon.png">
            <a:extLst>
              <a:ext uri="{FF2B5EF4-FFF2-40B4-BE49-F238E27FC236}">
                <a16:creationId xmlns:a16="http://schemas.microsoft.com/office/drawing/2014/main" id="{C5210073-5571-BE59-72FA-34805E4AC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14" y="4037079"/>
            <a:ext cx="2429126" cy="2820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94F612-B44E-6487-67A1-458048F5B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275" y="2018539"/>
            <a:ext cx="2429127" cy="2820922"/>
          </a:xfrm>
          <a:prstGeom prst="rect">
            <a:avLst/>
          </a:prstGeom>
        </p:spPr>
      </p:pic>
      <p:pic>
        <p:nvPicPr>
          <p:cNvPr id="14" name="Picture 13" descr="https://raw.githubusercontent.com/NeuroShepherd/ordinalsimr/master/inst/app/www/favicon.png">
            <a:extLst>
              <a:ext uri="{FF2B5EF4-FFF2-40B4-BE49-F238E27FC236}">
                <a16:creationId xmlns:a16="http://schemas.microsoft.com/office/drawing/2014/main" id="{D9F0EC6F-19ED-5391-935F-9191122A3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437" y="4037079"/>
            <a:ext cx="2429126" cy="28209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197B02-0798-393C-9D1C-4F90DA16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651" y="-56801"/>
            <a:ext cx="2429127" cy="28209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63075C-F761-3231-45AF-F48B140A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598" y="2018539"/>
            <a:ext cx="2429127" cy="2820922"/>
          </a:xfrm>
          <a:prstGeom prst="rect">
            <a:avLst/>
          </a:prstGeom>
        </p:spPr>
      </p:pic>
      <p:pic>
        <p:nvPicPr>
          <p:cNvPr id="17" name="Picture 16" descr="https://raw.githubusercontent.com/NeuroShepherd/ordinalsimr/master/inst/app/www/favicon.png">
            <a:extLst>
              <a:ext uri="{FF2B5EF4-FFF2-40B4-BE49-F238E27FC236}">
                <a16:creationId xmlns:a16="http://schemas.microsoft.com/office/drawing/2014/main" id="{0C152EB2-4808-BC5D-8C4E-081643E5A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760" y="4037079"/>
            <a:ext cx="2429126" cy="2820921"/>
          </a:xfrm>
          <a:prstGeom prst="rect">
            <a:avLst/>
          </a:prstGeom>
        </p:spPr>
      </p:pic>
      <p:pic>
        <p:nvPicPr>
          <p:cNvPr id="18" name="Picture 17" descr="https://raw.githubusercontent.com/NeuroShepherd/ordinalsimr/master/inst/app/www/favicon.png">
            <a:extLst>
              <a:ext uri="{FF2B5EF4-FFF2-40B4-BE49-F238E27FC236}">
                <a16:creationId xmlns:a16="http://schemas.microsoft.com/office/drawing/2014/main" id="{00779CB4-20B5-3ADC-0554-4F789FFD3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760" y="0"/>
            <a:ext cx="2429126" cy="282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3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Callahan</dc:creator>
  <cp:lastModifiedBy>Patrick Callahan</cp:lastModifiedBy>
  <cp:revision>2</cp:revision>
  <dcterms:created xsi:type="dcterms:W3CDTF">2026-07-05T14:09:41Z</dcterms:created>
  <dcterms:modified xsi:type="dcterms:W3CDTF">2026-07-05T15:45:20Z</dcterms:modified>
</cp:coreProperties>
</file>